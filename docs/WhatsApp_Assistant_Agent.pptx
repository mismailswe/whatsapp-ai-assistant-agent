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A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WhatsApp Customer Service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AI + human approval for logistics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EA581"/>
                </a:solidFill>
              </a:defRPr>
            </a:pPr>
            <a:r>
              <a:t>whatsapp-logistics-cs-agent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Logistics CS runs on WhatsApp: ETAs, bookings, voice notes, parcel photos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Slow first replies when handled manually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Inconsistent tone across agents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Risky auto-sends (promises, payments, private details)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No single view for the operations head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Company admin registers and adds customer-service agents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Each agent links their business WhatsApp via QR scan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AI drafts replies; sensitive items go to a hold queue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Head sees all messages, held items, and activity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Text, voice notes, and images use one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How a reply is decided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A581"/>
                </a:solidFill>
              </a:defRPr>
            </a:pPr>
            <a:r>
              <a:t>Auto-send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Reply is not empty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Facts are grounded (KB / schedule)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Not a human-only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A581"/>
                </a:solidFill>
              </a:defRPr>
            </a:pPr>
            <a:r>
              <a:t>Hold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916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Meetings / scheduling commitments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Payments or private details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Model is unsure (fail closed)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748B"/>
                </a:solidFill>
              </a:defRPr>
            </a:pPr>
            <a:r>
              <a:t>Doubt defaults to hold — customers never get a guessed promise.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Chat — internal assistant (Mika): draft, send, read messages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Held — approve, edit, or dismiss with reason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Messages — full in/out log by contact and day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Activity — audit trail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Team — admin manages agents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WhatsApp — QR linking per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748B"/>
                </a:solidFill>
              </a:defRPr>
            </a:pPr>
            <a:r>
              <a:t>Global toggles: auto-reply and direct send.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Customer → WhatsApp Web (one session per agent)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Node bridge (whatsapp-web.js) → FastAPI /webhook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Voice → faster-whisper · Photos → BLIP (Transformers + PyTorch)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LangGraph agent → OpenAI (reply + safety flags)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Send on WhatsApp OR store in SQLite held queue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Operations team uses the web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80467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12064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EA5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EA58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API &amp;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FastAPI, Uvicorn, Pydantic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LangGraph + LangChain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LLM / TTS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SQLite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Speech-to-text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faster-whisper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Hugging Face Transformers, PyTorch, BLIP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WhatsApp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whatsapp-web.js (multi-agent QR)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Admin + agent accounts, scoped history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Why logistics customer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First response in seconds for routine questions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Humans in the loop for bookings and commitments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One ops view for the company head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Each agent owns a WhatsApp line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English &amp; Urdu (including Roman Urdu); voice in → voice 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669280"/>
            <a:ext cx="9144000" cy="1188720"/>
          </a:xfrm>
          <a:prstGeom prst="rect">
            <a:avLst/>
          </a:prstGeom>
          <a:solidFill>
            <a:srgbClr val="0EA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64748B"/>
                </a:solidFill>
              </a:defRPr>
            </a:pPr>
            <a:r>
              <a:t>Not "reply to everything."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Reply like the company would — and hold the rest.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whatsapp-logistics-cs-agent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